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DATOS · DEEP-DIVE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InfluxDB en simarro-prod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schemas y estructura — auditoría completa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548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703320"/>
            <a:ext cx="19202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buckets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3703320"/>
            <a:ext cx="19202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measurement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3703320"/>
            <a:ext cx="192024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Flux tasks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1280160"/>
            <a:ext cx="502920" cy="50292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1280160"/>
            <a:ext cx="502920" cy="50292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0" y="1280160"/>
            <a:ext cx="50292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1280160"/>
            <a:ext cx="502920" cy="50292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1920240"/>
            <a:ext cx="502920" cy="50292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1920240"/>
            <a:ext cx="50292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0" y="1920240"/>
            <a:ext cx="502920" cy="50292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1920240"/>
            <a:ext cx="502920" cy="50292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560320"/>
            <a:ext cx="50292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2560320"/>
            <a:ext cx="502920" cy="50292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2560320"/>
            <a:ext cx="502920" cy="50292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0" y="2560320"/>
            <a:ext cx="50292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3200400"/>
            <a:ext cx="502920" cy="50292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3200400"/>
            <a:ext cx="502920" cy="50292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3200400"/>
            <a:ext cx="50292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0" y="3200400"/>
            <a:ext cx="502920" cy="50292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3840480"/>
            <a:ext cx="502920" cy="50292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3840480"/>
            <a:ext cx="50292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4080" y="3840480"/>
            <a:ext cx="502920" cy="50292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0" y="3840480"/>
            <a:ext cx="502920" cy="502920"/>
          </a:xfrm>
          <a:prstGeom prst="rect">
            <a:avLst/>
          </a:prstGeom>
          <a:solidFill>
            <a:srgbClr val="0891B2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2560320"/>
            <a:ext cx="502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309360"/>
            <a:ext cx="12191695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100.102.212.105  ·  InfluxDB v2.7.12  ·  org=captia  ·  2026-05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76895" y="6400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CAPTIA 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TL;DR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 que recordar siempre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2.7 en captia-influxdb. Org única captia. 9 buckets — 7 operativos + 2 internos. Schema canónico extremadamente reducido por diseño: 1 measurement principal, 1 field, 5 tags. Toda la cardinalidad la fijan los nombres de variable.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totales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operativos + 2 internos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23317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0712" y="233172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3410712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10712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captia_point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3317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233172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6272784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indexados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 en rollups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34856" y="23317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34856" y="233172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9134856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tasks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34856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 tier 1/2/3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Invariantes del schema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07408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único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captia_point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único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 (float) — fieldpass=["value"] en Telegraf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tags indexados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captia_env, domain_id, site_id, asset_id, variable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adicional rollup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 ∈ {mean, min, max, last, duty, count_rise, sum}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MQTT canónico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captia/{env}/{tenant}/{site}/{device}/{stream}/{name}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mín. tasks Flux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range(-2m) → retention raw mínima 2 min (margen real 14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Heartbeat dedup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168 h (semanal) en processors.dedup → state_events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9 buckets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panorámica de toda la org captia. La columna de la izquierda separa los 7 operativos (los que tocas en operación normal) de los 2 internos (managed by InfluxDB).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1554480"/>
                <a:gridCol w="384048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escribe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336h (14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Ingesta cruda 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telemetry_1m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720h (30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Agregado 1 min (mean/min/max/duty/last/sum/count_rise)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tasks tier-1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telemetry_15m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2160h (90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Agregado 15 min (cascada)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downsample_15m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telemetry_1h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8760h (365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Agregado 1 h (cascada — KPIs/reporting)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downsample_1h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state_events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2160h (90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Transiciones deduplicadas (heartbeat 168 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Telegraf (output #2)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telemetry_events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2160h (90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comandos / sniper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Telegraf (output #3)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captia_metadata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infinite (0s)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SSOT — variables, dominios, devices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metadata-bootstrap, adapter,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_monitoring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168h (7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Self-monitoring InfluxDB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InfluxDB 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_tasks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72h (3 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runs Flux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InfluxDB 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608076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Gotcha: influx bucket create --retention 0 aplica el default 720h, NO infinite. Para captia_metadata hay que rematar con bucket update --id &lt;id&gt; --retention 0s.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FLUJO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mental — write-path y rollups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dirige todo. Telegraf produce 3 streams. Las 6 tasks Flux leen captia_metadata para saber qué procesar. La cascada 5s → 1m → 15m → 1h vive en buckets distintos para que las queries del adapter elijan el más barato según el rango.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0" y="228600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captia_metadata  (catálogo · ∞ · SSOT)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2880360"/>
            <a:ext cx="0" cy="365760"/>
          </a:xfrm>
          <a:prstGeom prst="line">
            <a:avLst/>
          </a:prstGeom>
          <a:noFill/>
          <a:ln w="25400">
            <a:solidFill>
              <a:srgbClr val="059669"/>
            </a:solidFill>
            <a:prstDash val="dash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66360" y="29260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allowlists</a:t>
            </a:r>
            <a:endParaRPr lang="en-US" sz="900" dirty="0"/>
          </a:p>
          <a:p>
            <a:pPr algn="r"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 · 3 outputs InfluxDB v2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65760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83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  (raw)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383280"/>
            <a:ext cx="338328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383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state_events  (dedup)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3383280"/>
            <a:ext cx="370332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3832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telemetry_events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42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tasks Flux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downsample_analog_1m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23160" y="4434840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4434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downsample_presence_1m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4434840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downsample_counter_1m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4434840"/>
            <a:ext cx="1691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434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downsample_state_1m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443484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4434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downsample_15m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601200" y="443484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downsample_1h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3200400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telemetry_1m  (30 d)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67328" y="5715000"/>
            <a:ext cx="2286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023360" y="5440680"/>
            <a:ext cx="3657600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5440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telemetry_15m  (90 d)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99248" y="5715000"/>
            <a:ext cx="2286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955280" y="5440680"/>
            <a:ext cx="3703320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54406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telemetry_1h  (365 d)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0" y="6035040"/>
            <a:ext cx="4846320" cy="36576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0" y="6035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Adapter — Query Planner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SCHEMA 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 `captia_point`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measurement, un único field, 5 tags indexados extraídos del topic MQTT por processors.regex. Tag stat sólo en buckets de rollup. Eliminados topic y host (commit c1997bb, 2026-04-13) por reducción de cardinalidad.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58368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1720"/>
            <a:ext cx="65836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line-protocol — captia_point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91072" y="24414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24414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48272" y="24414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43200"/>
            <a:ext cx="6217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,captia_env=</a:t>
            </a:r>
            <a:pPr indent="0" marL="0">
              <a:buNone/>
            </a:pPr>
            <a:r>
              <a:rPr lang="en-US" sz="12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,domain_id=</a:t>
            </a:r>
            <a:pPr indent="0" marL="0">
              <a:buNone/>
            </a:pPr>
            <a:r>
              <a:rPr lang="en-US" sz="12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bms_classrooms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,site_id=</a:t>
            </a:r>
            <a:pPr indent="0" marL="0">
              <a:buNone/>
            </a:pPr>
            <a:r>
              <a:rPr lang="en-US" sz="12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ies_simarro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,asset_id=</a:t>
            </a:r>
            <a:pPr indent="0" marL="0">
              <a:buNone/>
            </a:pPr>
            <a:r>
              <a:rPr lang="en-US" sz="12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,variable=</a:t>
            </a:r>
            <a:pPr indent="0" marL="0">
              <a:buNone/>
            </a:pPr>
            <a:r>
              <a:rPr lang="en-US" sz="12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value=</a:t>
            </a:r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1714572345000000000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rollups (telemetry_1m / _15m / _1h):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+ tag </a:t>
            </a:r>
            <a:pPr indent="0" marL="0">
              <a:buNone/>
            </a:pPr>
            <a:r>
              <a:rPr lang="en-US" sz="1200" i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mean | min | max | last | duty |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count_rise | sum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2331720"/>
            <a:ext cx="4251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tags indexados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35240" y="2898648"/>
            <a:ext cx="3657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3108960"/>
          <a:ext cx="3703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40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(simarro)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captia_env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domain_id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bms_classrooms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site_id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ies_simarro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AULA01, 0004742C0166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co2, temperature_01, ac_state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635240" y="5760720"/>
            <a:ext cx="37033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6680" y="5760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 (commit c1997bb): topic (×13 cardinalidad), host (efímero por restart), point_type (fantasma)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BUCKET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— ingesta cruda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5532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17320"/>
            <a:ext cx="5532120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91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entra por MQTT en captia/+/+/+/+/telemetry/+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6148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97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697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336h (14 d) — antes infinite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317296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group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3108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358444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5204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88920" y="3520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captia_point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399592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931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(5)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3931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captia_env, domain_id, site_id, asset_id, variable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440740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343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4343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(float)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481888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7548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88920" y="4754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 nominal (interval=5s)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523036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1663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88920" y="5166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captia-telegraf · output #1 · namepass=captia_point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641848"/>
            <a:ext cx="54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577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88920" y="5577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tier-1 (range -2m), adapter ≤1h, queries ad-hoc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1417320"/>
            <a:ext cx="534924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1417320"/>
            <a:ext cx="53492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141732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 de fila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771632" y="15270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000232" y="15270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28832" y="15270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18288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,captia_env=prod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,domain_id=bms_classrooms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,site_id=ies_simarro,asset_id=AULA01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,variable=co2 </a:t>
            </a:r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value=712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1714572345000000000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63640" y="3474720"/>
            <a:ext cx="5349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3474720"/>
            <a:ext cx="109728" cy="2880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3703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NO va aquí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83680" y="41605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con sufijos *_cmd, *_ack, *_status, *_state, *_st, *_active, *_enable, *_in_progress, relay_*, *_setpoint, *_sp, *_mode no se almacenan en cada sample. Pasan por processors.clone + processors.dedup y aterrizan en state_events.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583680" y="55321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de durabilidad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83680" y="57607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 escribe siempre line-protocol a /var/lib/telegraf/captia_point.influx (rotación 500MB×10×24h). Si InfluxDB cae, los datos se reimportan con `influx write --bucket telemetry --file &lt;…&gt;`.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BUCKET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Rollups — telemetry_1m · _15m · _1h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buckets cascadeados con la misma forma: tag stat añadido + función de re-agregación coherente. La regla clave: mean/duty cascadean con mean, min con min, max con max, sum/count_rise con sum, last con last.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94560"/>
            <a:ext cx="3657600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telemetry_1m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2194560" cy="27432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720h · 30 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 · state_events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831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Producido por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tasks tier-1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4462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 ≤24h · downsample_15m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727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4910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captia_env, domain_id,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site_id, asset_id, variable, stat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175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(float)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5112" y="219456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25112" y="2194560"/>
            <a:ext cx="3657600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telemetry_15m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599432" y="2971800"/>
            <a:ext cx="2194560" cy="27432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2160h · 90 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99432" y="3383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99432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99432" y="3831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Producido por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99432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downsample_15m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(every 15m, range -20m)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99432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99432" y="4462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 ≤7d · downsample_1h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99432" y="4727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99432" y="4910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captia_env, domain_id,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site_id, asset_id, variable, stat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99432" y="5175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99432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(float)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01584" y="219456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01584" y="2194560"/>
            <a:ext cx="3657600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75904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telemetry_1h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375904" y="2971800"/>
            <a:ext cx="2194560" cy="27432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75904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8760h · 365 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75904" y="3383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75904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telemetry_15m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75904" y="3831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Producido por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75904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downsample_1h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(every 1h, range -75m)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375904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375904" y="4462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 &gt;7d · KPIs anuales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75904" y="4727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375904" y="4910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captia_env, domain_id,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site_id, asset_id, variable, stat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375904" y="51755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375904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(float)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5833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Re-agregación por stat (cascada 15m / 1h):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6126480"/>
            <a:ext cx="2121408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126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/ duty  →  mean()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88920" y="6126480"/>
            <a:ext cx="2121408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88920" y="6126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→  min()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0" y="6126480"/>
            <a:ext cx="2121408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6126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→  max()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269480" y="6126480"/>
            <a:ext cx="2121408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9480" y="6126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count_rise / sum  →  sum()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509760" y="6126480"/>
            <a:ext cx="2121408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09760" y="612648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 →  last()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BUCKET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state_events  ·  telemetry_events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buckets que reciben los outputs #2 y #3 de Telegraf. state_events guarda transiciones discretas; telemetry_events guarda eventos de plataforma (auditoría de comandos).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55321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0280"/>
            <a:ext cx="137160" cy="4206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14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state_events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on-change (heartbeat 168 h dedup)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1460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2160h (90 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14600" y="3813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captia_point  (NO captia_point_state)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4197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14600" y="4197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captia_env, domain_id, site_id, asset_id, variable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4581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14600" y="4581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(float)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965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14600" y="4965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 · output #2 · namepass=captia_point_state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1460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de nombre (clone + tagpass)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733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14600" y="5733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(storage_mode=on_change), downsample_state_1m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240280"/>
            <a:ext cx="55321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2240280"/>
            <a:ext cx="137160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514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telemetry_events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629400" y="30175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comandos · sniper errors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2160h (90 d)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2940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3813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captia_cmd_event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29400" y="4197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197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event_type ∈ {cmd_authorized, cmd_rejected, sniper_error}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29400" y="4581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0" y="4581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cmd_id, metric, target, reason, error, source, detail (string)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29400" y="4965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0" y="4965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 · output #3 · 2º mqtt_consumer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29400" y="5349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captia/+/+/+/+/event/+ , captia/sniper/event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29400" y="5733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29600" y="5733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Engine, dashboards de auditoría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BUCKET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captia_metadata — el catálogo (SSOT)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especial — retention infinita, write-rate bajo, drives downsampling y dashboards. Lo escriben metadata-bootstrap (idempotente al deploy) y el Variable Config UI vía /v1/metadata/*. Lo leen las 6 tasks Flux (allowlists), el adapter y las UIs.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36576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captia_point_meta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variables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5387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captia_env, domain_id, site_id, asset_id, asset_type, variable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590288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fields: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metric_kind, storage_mode, data_type,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range_min, range_max,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display_name, is_actuator,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_deleted (tombstone), 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5112" y="233172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25112" y="2331720"/>
            <a:ext cx="36576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captia_domain_meta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9432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dominio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99432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99432" y="35387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captia_env, domain_id, site_id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99432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99432" y="4590288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fields: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bucket, domain_name, namespace,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entity_id_tag, measurement_strategy,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schema_version, display_name_template,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pvn_template, pvp_template, modo_default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1584" y="233172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01584" y="2331720"/>
            <a:ext cx="36576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captia_device_registry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75904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físicos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75904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75904" y="35387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 (depende del producto físico)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75904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75904" y="4590288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devices: Sensup,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gateways, pasarelas. Sin timestamp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sentido temporal — son registros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configuración mantenidos por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/v1/metadata/devices/*.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035040"/>
            <a:ext cx="1106424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6035040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metric_kind drives EVERYTHING:  analog_gauge / bool_presence / counter → continuous   ·   bool_state / setpoint_step → on_change   ·   skip → no rollup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INTERNOS + COMPARATIVA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_monitoring · _tasks  +  resumen de schemas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buckets reservados de InfluxDB. No los borres, no les pongas tasks Flux (writes son ilegales) — sí queries para dashboards. La tabla inferior consolida todos los schemas para referencia rápida.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86000"/>
            <a:ext cx="109728" cy="1691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68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_monitoring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17720" y="2514600"/>
            <a:ext cx="12801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514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168h (7 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internas InfluxDB: boltdb_reads_total, http_api_requests_total, task_executor_total_runs_complete, storage_compactions_total, 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Consumidor:  Dashboard captia-influxdb-deep-dive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9632" y="228600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2286000"/>
            <a:ext cx="109728" cy="1691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468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_tasks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268712" y="2514600"/>
            <a:ext cx="128016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68712" y="2514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72h (3 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19672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runs Flux: status, duración, errores. Suficiente para forensic post-incidente.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9672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Consumidor:  influx task run list --task-id &lt;id&gt;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de schemas (todos los buckets)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371600"/>
                <a:gridCol w="1463040"/>
                <a:gridCol w="38404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Tags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Cardinalidad típica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captia_point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(value)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— N_assets × N_variables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telemetry_1m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captia_point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(+ stat)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(value)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5–7× la del raw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telemetry_15m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captia_point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(+ stat)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(value)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Idéntica a _1m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telemetry_1h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captia_point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(+ stat)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(value)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Idéntica a _1m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58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state_events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captia_point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(value)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Subconjunto de telemetry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A58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telemetry_events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captia_cmd_event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(+ event_type)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strings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— eventos puntuales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captia_metadata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measurements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Determinada por catálogo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WRITE-PATH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Telegraf — 2 inputs, 3 outputs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config/telegraf/telegraf.conf en captia-platform es el SSOT del pipeline. Dos mqtt_consumer (telemetry vs event), 3 outputs InfluxDB v2, plus 1 output file (durabilidad) y 1 prometheus_client (auto-monitoring). Routing on-change vía processors.clone + tagpass.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1720"/>
            <a:ext cx="110642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telegraf pipeline (simplified)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771632" y="24414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00232" y="24414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28832" y="24414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43200"/>
            <a:ext cx="10698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MQTT (mosquitto :1883)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┌───────────────────┴───────────────────┐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topics: captia/+/+/+/+/telemetry/+    ▼ topics: captia/+/+/+/+/event/+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[mqtt_consumer #1]                          [mqtt_consumer #2]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name_override=captia_point                  name_override=captia_cmd_event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processors.regex (5 tags from topic)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├──► output #1 ──► </a:t>
            </a:r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(raw — todo: lecturas + cmd/ack/state ticks)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processors.clone  (tagpass = sufijos on-change)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processors.dedup  (interval 168h — heartbeat semanal)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└──► output #2 ──► </a:t>
            </a:r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state_events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output #3 ──► </a:t>
            </a:r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telemetry_events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ROLLUPS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Cascada de downsampling — 6 Flux tasks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tier-1 producen telemetry_1m (filtrando por metric_kind). 2 tasks cascada (15m, 1h) preservan el tag stat. Allowlists dinámicas vía captia_metadata — añadir variable nueva NO requiere tocar código de tasks.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· raw/state → 1m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286000"/>
                <a:gridCol w="3291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 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metric_kind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 producidos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downsample_analog_1m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 · range(-2m)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analog_gauge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mean, min, max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downsample_presence_1m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 · range(-2m)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bool_presence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duty, count_rise, last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downsample_state_1m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state_events · range(-2m)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bool_state · setpoint_step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last (todo) · count_rise (bool_state)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downsample_counter_1m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telemetry · range(-2m)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 (vía difference nonNegative)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· cascada con preservación de stat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61772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4617720"/>
            <a:ext cx="109728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downsample_15m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every: 15m, offset: 30s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5330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range(-20m)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telemetry_1m  →  telemetry_15m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99632" y="4617720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99632" y="4617720"/>
            <a:ext cx="109728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9672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downsample_1h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19672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every: 1h, offset: 1m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9672" y="5330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range(-75m)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519672" y="5669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telemetry_15m  →  telemetry_1h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6172200"/>
            <a:ext cx="11064240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617220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si captia_metadata está vacío (post-wipe), las tasks tier-1 terminan en success sin escribir nada. NO genera error.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READ-PATH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Planner del Dashboard Adapter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adapter elige el bucket más barato según el rango temporal. Override fijo: si la variable tiene storage_mode=on_change, ignora el rango y siempre lee de state_events.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 hora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2478024"/>
            <a:ext cx="457200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2286000"/>
            <a:ext cx="4572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286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  (raw)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228600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286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· TTL 2 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889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24 horas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2980944"/>
            <a:ext cx="457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80560" y="2788920"/>
            <a:ext cx="4572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7889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35440" y="278892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· TTL 15 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91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7 días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31920" y="3483864"/>
            <a:ext cx="457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480560" y="3291840"/>
            <a:ext cx="4572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2918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telemetry_15m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35440" y="329184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3291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· TTL 60 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94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 días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31920" y="3986784"/>
            <a:ext cx="457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80560" y="3794760"/>
            <a:ext cx="4572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7947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telemetry_1h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35440" y="379476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3794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· TTL 300 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29768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297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storage_mode = on_change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931920" y="4489704"/>
            <a:ext cx="45720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480560" y="4297680"/>
            <a:ext cx="4572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state_events  (cualquier rango)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235440" y="429768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0" y="4297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· TTL 30 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relevante en simarro-prod (server.env)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120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3108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ADAPTER_WORKERS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INFLUXDB_POOL_MAXSIZE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BULKHEAD_MAX_INFLIGHT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BULKHEAD_BATCH_RESERVE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SINGLEFLIGHT_TIMEOUT_S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CACHE_STALE_MAX_AGE_S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  (SWR)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QUERY_RATE_LIMIT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480/minute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FLUX_PROXY_RATE_LIMIT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120/minute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GROUND TRUTH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real observado en simarro-prod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frozen del 2026-03-28 (output/backups/.../20260328_014915/) — anterior al wipe del 21-abr y a la reducción de cardinalidad del 13-abr. Sirve de referencia histórica del schema.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94560"/>
            <a:ext cx="27432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9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996 016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en telemetry.csv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~7 días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10712" y="2194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0712" y="2194560"/>
            <a:ext cx="27432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359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88 644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10712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telemetry_1m.csv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días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194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2194560"/>
            <a:ext cx="27432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359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8 758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72784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telemetry_15m.csv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días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34856" y="21945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34856" y="2194560"/>
            <a:ext cx="2743200" cy="731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2359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2 405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34856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telemetry_1h.csv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34856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~365 días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reales observados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069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captia_env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94560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361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domain_id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4361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bms_classrooms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654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site_id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94560" y="4654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ies_simarro  (+ default huérfano · pre-wipe)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946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94560" y="4946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AULA01, 0004742C0169, AULA_AUDIT, AULA_TEST, global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239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(legacy)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94560" y="5239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1f67a8616588, 3e72d2fb12c6  (eliminado)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63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reales en AULA01 (gateway BMS · ~30)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63640" y="406908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ac_control · ac_state · aire · aire_state · avg-sound-level · co2 · fan_speed_0{1,2,3} (+ _state) · iaq-index · light_0{1,2} (+ _state) · luminosity · max-sound-level · occupancy · people-count · power_01 · relative-humidity · temperature_01 · temperature_01_sp · temperature-indoor · t-voc · valve_control · valve_state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5486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en sensor 0004742C0169 (Sensup · 9 continuas)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avg-sound-level · iaq-index · luminosity · max-sound-level · occupancy · people-count · relative-humidity · temperature-indoor · t-voc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HISTORIA &amp; HALLAZGOS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temporal y asuntos abiertos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CAPTIA Ops · InfluxDB en simarro-prod ·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688775" y="320040"/>
            <a:ext cx="16459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17375" y="320040"/>
            <a:ext cx="164592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relevantes en la evolución reciente del cluster, hallazgos del baseline 8a.7 y issues abiertos cruzados con la memoria del wipe del 21-abr.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TEMPORAL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4630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2026-03-28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03120" y="267919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5603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snapshot output/backups/.../20260328_014915/ — estado pre-cardinality-reduction (con topic, host)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4630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71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2026-04-09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309067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9718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8a.6 — telemetry retention infinite → 14d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14630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2026-04-13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03120" y="350215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33832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c1997bb — drop topic (×13), drop host, fieldpass=["value"] (37→1 fields), memory guard 4 GiB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4630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03120" y="391363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37947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+ redefine simarro — drop+recreate de los 7 buckets de tenant + drop telemetry_PRUEBA_BACKUP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4630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2026-04-21+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03120" y="432511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4206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Redefinición vía UI captia.ai — repoblación gradual de captia_metadata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/ ISSUES ABIERTOS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553212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120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5120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site_id divergente: telemetry usa ies_carlosiii / ies_simarro vs captia_metadata histórico ies_carlos_iii.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5120640"/>
            <a:ext cx="553212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5120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91272" y="5120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registry.yaml documenta centinela_ies_simarro pero los datos usan ies_simarro.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504688"/>
            <a:ext cx="553212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504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40280" y="5504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env=dev / site=home_rafa mezclados con producción — decidir purgar o documentar.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9632" y="5504688"/>
            <a:ext cx="553212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5504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captia-connect#27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91272" y="5504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asset_id del normalizer (0004742C0166 → P1S01) sólo aplica a metadata, no a telemetry writes.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5888736"/>
            <a:ext cx="553212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8887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captia-connect#29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240280" y="5888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--retention 0 en bucket create (default 720h en lugar de infinite).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99632" y="5888736"/>
            <a:ext cx="553212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58887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captia.ai#121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891272" y="5888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adapter_client DELETE sin asset_type → 422 + huérfanos en captia_metadata.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CHEAT-SHEET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rápidos de inspección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548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743200"/>
            <a:ext cx="1069848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43200"/>
            <a:ext cx="106984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432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captia@100.102.212.105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588752" y="28529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28529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5952" y="28529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10332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Listar buckets y retention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docker exec captia-influxdb influx bucket list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Tasks Flux activas (deben ser 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docker exec captia-influxdb influx task list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Cardinalidad rápida en telemetry (última hora)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docker exec captia-influxdb influx query 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from(bucket:"telemetry") |&gt; range(start:-1h)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|&gt; group(columns:["asset_id","variable"])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|&gt; distinct(column:"_value") |&gt; count() |&gt; group() |&gt; count()'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Tamaño físico del volumen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du -sh /data/captia/volumes/influxdb/data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309360"/>
            <a:ext cx="12191695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canónico: docs/reports/influxdb-simarro-buckets.md  ·  Handbook: docs/handbook/08a-influxdb-capacity.md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48495" y="3200400"/>
            <a:ext cx="320040" cy="32004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59975" y="3200400"/>
            <a:ext cx="320040" cy="3200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71455" y="3200400"/>
            <a:ext cx="320040" cy="32004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82935" y="3200400"/>
            <a:ext cx="320040" cy="32004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48495" y="3611880"/>
            <a:ext cx="320040" cy="3200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59975" y="3611880"/>
            <a:ext cx="320040" cy="32004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71455" y="3611880"/>
            <a:ext cx="320040" cy="32004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82935" y="3611880"/>
            <a:ext cx="320040" cy="3200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48495" y="4023360"/>
            <a:ext cx="320040" cy="32004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9975" y="4023360"/>
            <a:ext cx="320040" cy="32004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71455" y="4023360"/>
            <a:ext cx="320040" cy="3200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82935" y="4023360"/>
            <a:ext cx="320040" cy="32004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48495" y="4434840"/>
            <a:ext cx="320040" cy="32004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59975" y="4434840"/>
            <a:ext cx="320040" cy="3200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71455" y="4434840"/>
            <a:ext cx="320040" cy="32004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82935" y="4434840"/>
            <a:ext cx="320040" cy="32004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CAPTIA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InfluxDB en simarro-prod — Buckets, Schemas y Estructura</dc:title>
  <dc:subject>PptxGenJS Presentation</dc:subject>
  <dc:creator>CAPTIA Technology</dc:creator>
  <cp:lastModifiedBy>CAPTIA Technology</cp:lastModifiedBy>
  <cp:revision>1</cp:revision>
  <dcterms:created xsi:type="dcterms:W3CDTF">2026-05-02T09:06:13Z</dcterms:created>
  <dcterms:modified xsi:type="dcterms:W3CDTF">2026-05-02T09:06:13Z</dcterms:modified>
</cp:coreProperties>
</file>